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24833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44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3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84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397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0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7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44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3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1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17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09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03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56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39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16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46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37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Global E‑Commerce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Interactive Business Intelligence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Analysis across 147 countries and 1,094 states</a:t>
            </a:r>
          </a:p>
          <a:p>
            <a:r>
              <a:t>• Total Sales: $12.64M | Profit: $1.47M | Cost: $11.18M</a:t>
            </a:r>
          </a:p>
          <a:p>
            <a:r>
              <a:t>• Objective: Identify revenue drivers and growth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Profit margin of ~11.6% indicates healthy but optimizable performance</a:t>
            </a:r>
          </a:p>
          <a:p>
            <a:r>
              <a:t>• Cost structure review can improve margins</a:t>
            </a:r>
          </a:p>
          <a:p>
            <a:r>
              <a:t>• Strong global sales footprint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665921"/>
          </a:xfrm>
        </p:spPr>
        <p:txBody>
          <a:bodyPr>
            <a:normAutofit fontScale="90000"/>
          </a:bodyPr>
          <a:lstStyle/>
          <a:p>
            <a:r>
              <a:rPr dirty="0"/>
              <a:t>Global Sales Dashboard</a:t>
            </a:r>
          </a:p>
        </p:txBody>
      </p:sp>
      <p:pic>
        <p:nvPicPr>
          <p:cNvPr id="3" name="Picture 2" descr="Screenshot (99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32" y="1123122"/>
            <a:ext cx="7704668" cy="44825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46852" y="6217920"/>
            <a:ext cx="6539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Overall sales KPIs, market split, country &amp; category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697229"/>
          </a:xfrm>
        </p:spPr>
        <p:txBody>
          <a:bodyPr>
            <a:normAutofit fontScale="90000"/>
          </a:bodyPr>
          <a:lstStyle/>
          <a:p>
            <a:r>
              <a:rPr dirty="0"/>
              <a:t>Market-Level Performance</a:t>
            </a:r>
          </a:p>
        </p:txBody>
      </p:sp>
      <p:pic>
        <p:nvPicPr>
          <p:cNvPr id="3" name="Picture 2" descr="Screenshot (99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42" y="1371600"/>
            <a:ext cx="7583557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18860" y="6080759"/>
            <a:ext cx="700708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APAC leads (~28%), EU &amp; US show stable demand, emerging growth regions identified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640080"/>
          </a:xfrm>
        </p:spPr>
        <p:txBody>
          <a:bodyPr>
            <a:normAutofit fontScale="90000"/>
          </a:bodyPr>
          <a:lstStyle/>
          <a:p>
            <a:r>
              <a:rPr dirty="0"/>
              <a:t>Country-Level Analysis</a:t>
            </a:r>
          </a:p>
        </p:txBody>
      </p:sp>
      <p:pic>
        <p:nvPicPr>
          <p:cNvPr id="3" name="Picture 2" descr="Screenshot (99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32" y="1371600"/>
            <a:ext cx="7704667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8921" y="6056409"/>
            <a:ext cx="69971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United States contributes ~35% of total sales followed by Australia, France, China, Germany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063486"/>
          </a:xfrm>
        </p:spPr>
        <p:txBody>
          <a:bodyPr/>
          <a:lstStyle/>
          <a:p>
            <a:r>
              <a:rPr dirty="0"/>
              <a:t>State-Level Performance</a:t>
            </a:r>
          </a:p>
        </p:txBody>
      </p:sp>
      <p:pic>
        <p:nvPicPr>
          <p:cNvPr id="3" name="Picture 2" descr="Screenshot (99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48" y="1371600"/>
            <a:ext cx="7633252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29409" y="6194066"/>
            <a:ext cx="7295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Top states: England (~38%), California (~36%), Île-de-France (~25%)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Geographical Sales Map</a:t>
            </a:r>
          </a:p>
        </p:txBody>
      </p:sp>
      <p:pic>
        <p:nvPicPr>
          <p:cNvPr id="3" name="Picture 2" descr="Screenshot 2026-02-01 105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60" y="1371600"/>
            <a:ext cx="7782339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39956" y="6217920"/>
            <a:ext cx="7046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Global sales distribution highlighting high and low penetration regions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Technology leads with ~$4.7M revenue</a:t>
            </a:r>
          </a:p>
          <a:p>
            <a:r>
              <a:t>• Furniture (~$4.1M) and Office Supplies (~$3.8M) ensure stability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Sub-Category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Top: Phones, Copiers, Chairs, Storage</a:t>
            </a:r>
          </a:p>
          <a:p>
            <a:r>
              <a:t>• Low performers: Labels, Fasteners, Envelopes</a:t>
            </a:r>
          </a:p>
          <a:p>
            <a:r>
              <a:t>• Long-tail revenue pattern observed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Expand technology category in emerging markets</a:t>
            </a:r>
          </a:p>
          <a:p>
            <a:r>
              <a:t>• Optimize logistics and low-margin sub-categories</a:t>
            </a:r>
          </a:p>
          <a:p>
            <a:r>
              <a:t>• Pilot expansion in Africa &amp; LATAM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Dashboard provides decision-ready insights</a:t>
            </a:r>
          </a:p>
          <a:p>
            <a:r>
              <a:rPr dirty="0"/>
              <a:t>• Strong core markets with clear growth opportunities</a:t>
            </a:r>
          </a:p>
          <a:p>
            <a:r>
              <a:rPr dirty="0"/>
              <a:t>• Supports executive-level strategy and planning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9</TotalTime>
  <Words>245</Words>
  <Application>Microsoft Office PowerPoint</Application>
  <PresentationFormat>On-screen Show (4:3)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Corbel</vt:lpstr>
      <vt:lpstr>Parallax</vt:lpstr>
      <vt:lpstr>Global E‑Commerce Sales Analysis</vt:lpstr>
      <vt:lpstr>Executive Summary</vt:lpstr>
      <vt:lpstr>Business Performance Overview</vt:lpstr>
      <vt:lpstr>Global Sales Dashboard</vt:lpstr>
      <vt:lpstr>Market-Level Performance</vt:lpstr>
      <vt:lpstr>Country-Level Analysis</vt:lpstr>
      <vt:lpstr>State-Level Performance</vt:lpstr>
      <vt:lpstr>Geographical Sales Map</vt:lpstr>
      <vt:lpstr>Category Performance</vt:lpstr>
      <vt:lpstr>Sub-Category Trends</vt:lpstr>
      <vt:lpstr>Strategic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E‑Commerce Sales Analysis</dc:title>
  <dc:subject/>
  <dc:creator>Jakkula Ajay</dc:creator>
  <cp:keywords/>
  <dc:description>generated using python-pptx</dc:description>
  <cp:lastModifiedBy>Jakkula Ajay</cp:lastModifiedBy>
  <cp:revision>3</cp:revision>
  <dcterms:created xsi:type="dcterms:W3CDTF">2013-01-27T09:14:16Z</dcterms:created>
  <dcterms:modified xsi:type="dcterms:W3CDTF">2026-02-01T11:29:32Z</dcterms:modified>
  <cp:category/>
</cp:coreProperties>
</file>